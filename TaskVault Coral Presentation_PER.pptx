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11921" y="1834444"/>
            <a:ext cx="43201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TaskVault Coral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1590323" y="2585145"/>
            <a:ext cx="55054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Teams, Track Workflows, See What Matters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97999" y="3209925"/>
            <a:ext cx="1548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| January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13359"/>
            <a:ext cx="2540000" cy="2101850"/>
          </a:xfrm>
          <a:prstGeom prst="roundRect">
            <a:avLst>
              <a:gd name="adj" fmla="val 34804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4550" y="1648309"/>
            <a:ext cx="571500" cy="571500"/>
          </a:xfrm>
          <a:prstGeom prst="roundRect">
            <a:avLst>
              <a:gd name="adj" fmla="val 800000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02000" y="1444293"/>
            <a:ext cx="2540000" cy="2101850"/>
          </a:xfrm>
          <a:prstGeom prst="roundRect">
            <a:avLst>
              <a:gd name="adj" fmla="val 34804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36950" y="1679243"/>
            <a:ext cx="571500" cy="571500"/>
          </a:xfrm>
          <a:prstGeom prst="roundRect">
            <a:avLst>
              <a:gd name="adj" fmla="val 800000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94400" y="1478495"/>
            <a:ext cx="2540000" cy="2101850"/>
          </a:xfrm>
          <a:prstGeom prst="roundRect">
            <a:avLst>
              <a:gd name="adj" fmla="val 34804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9350" y="1713445"/>
            <a:ext cx="571500" cy="571500"/>
          </a:xfrm>
          <a:prstGeom prst="roundRect">
            <a:avLst>
              <a:gd name="adj" fmla="val 800000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TaskVault Coral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44550" y="2372209"/>
            <a:ext cx="20701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Management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4550" y="3088370"/>
            <a:ext cx="211150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workflows in one place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536950" y="2403143"/>
            <a:ext cx="20701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Default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36950" y="3119304"/>
            <a:ext cx="211150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229350" y="2437345"/>
            <a:ext cx="21115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29350" y="2833526"/>
            <a:ext cx="211150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your team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60959"/>
            <a:ext cx="7924800" cy="2197795"/>
          </a:xfrm>
          <a:prstGeom prst="roundRect">
            <a:avLst>
              <a:gd name="adj" fmla="val 33284"/>
            </a:avLst>
          </a:prstGeom>
          <a:solidFill>
            <a:srgbClr val="334155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https://pplx-res.cloudinary.com/image/upload/v1768656951/search_images/f002051d482c319b932f67f4466b58fc828b0ea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260959"/>
            <a:ext cx="7924800" cy="2197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&amp; Authentication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14400" y="3523655"/>
            <a:ext cx="7620000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intuitive landing page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password login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with best practices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&amp; Subscription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management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for small teams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plan with advanced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anytime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352" y="1173461"/>
            <a:ext cx="7924800" cy="2197795"/>
          </a:xfrm>
          <a:prstGeom prst="roundRect">
            <a:avLst>
              <a:gd name="adj" fmla="val 33284"/>
            </a:avLst>
          </a:prstGeom>
          <a:solidFill>
            <a:srgbClr val="334155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https://pplx-res.cloudinary.com/image/upload/v1768656952/search_images/9456e9df2dd1dea963384d3731ec3d6d0f1b95a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352" y="1173461"/>
            <a:ext cx="7924800" cy="2197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14400" y="3523655"/>
            <a:ext cx="7620000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repeatable workflows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steps to team members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 in real-time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team members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 and permissions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control at granular level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60960"/>
            <a:ext cx="7924800" cy="2197795"/>
          </a:xfrm>
          <a:prstGeom prst="roundRect">
            <a:avLst>
              <a:gd name="adj" fmla="val 33284"/>
            </a:avLst>
          </a:prstGeom>
          <a:solidFill>
            <a:srgbClr val="334155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https://pplx-res.cloudinary.com/image/upload/v1762941786/search_images/9b68f830611bb6c159e3978eb48ebfb4d2d1a1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260960"/>
            <a:ext cx="7924800" cy="21977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14400" y="3523655"/>
            <a:ext cx="7620000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status overview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activity insights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detection &amp; metrics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logs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Admin-only access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Governance-ready compliance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login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workflow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team members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35150" y="1887606"/>
            <a:ext cx="1722934" cy="1620441"/>
          </a:xfrm>
          <a:prstGeom prst="roundRect">
            <a:avLst>
              <a:gd name="adj" fmla="val 45143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070100" y="2122554"/>
            <a:ext cx="571500" cy="571500"/>
          </a:xfrm>
          <a:prstGeom prst="roundRect">
            <a:avLst>
              <a:gd name="adj" fmla="val 800000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10484" y="1921808"/>
            <a:ext cx="1722934" cy="1620441"/>
          </a:xfrm>
          <a:prstGeom prst="roundRect">
            <a:avLst>
              <a:gd name="adj" fmla="val 45143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945434" y="2156757"/>
            <a:ext cx="571500" cy="571500"/>
          </a:xfrm>
          <a:prstGeom prst="roundRect">
            <a:avLst>
              <a:gd name="adj" fmla="val 800000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85817" y="1959629"/>
            <a:ext cx="1722934" cy="1620441"/>
          </a:xfrm>
          <a:prstGeom prst="roundRect">
            <a:avLst>
              <a:gd name="adj" fmla="val 45143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20768" y="2194582"/>
            <a:ext cx="571500" cy="571500"/>
          </a:xfrm>
          <a:prstGeom prst="roundRect">
            <a:avLst>
              <a:gd name="adj" fmla="val 800000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79445" y="1216609"/>
            <a:ext cx="278511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Q&amp;A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2070100" y="2846454"/>
            <a:ext cx="125303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&amp; Scalable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2903" y="2880657"/>
            <a:ext cx="127809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&amp; Modern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8238" y="2918482"/>
            <a:ext cx="127809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Teams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92309" y="3694412"/>
            <a:ext cx="115938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2026-01-17T13:37:47Z</dcterms:created>
  <dcterms:modified xsi:type="dcterms:W3CDTF">2026-01-17T13:37:47Z</dcterms:modified>
</cp:coreProperties>
</file>